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258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3863"/>
            <a:ext cx="47548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Slot Allocator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give every incoming vehicle the best available parking slot using DAA algorithms.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domain: 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management / Design and Analysis of Algorithms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/>
              <a:t>B . Sudeepthi – 25MVCSMR0008</a:t>
            </a:r>
          </a:p>
          <a:p>
            <a:pPr marL="0" indent="0">
              <a:buNone/>
            </a:pPr>
            <a:r>
              <a:rPr lang="en-US" sz="1100" dirty="0"/>
              <a:t>B . Akshara – 25MVCSMR0011</a:t>
            </a:r>
          </a:p>
          <a:p>
            <a:pPr marL="0" indent="0">
              <a:buNone/>
            </a:pPr>
            <a:r>
              <a:rPr lang="en-US" sz="1100" dirty="0"/>
              <a:t>G . Siri – 25MVCSMR0035</a:t>
            </a:r>
          </a:p>
          <a:p>
            <a:pPr marL="0" indent="0">
              <a:buNone/>
            </a:pPr>
            <a:r>
              <a:rPr lang="en-US" sz="1100" dirty="0"/>
              <a:t>N . Sameera Reddy -25MVCSMR0063</a:t>
            </a:r>
          </a:p>
          <a:p>
            <a:pPr marL="0" indent="0">
              <a:buNone/>
            </a:pPr>
            <a:r>
              <a:rPr lang="en-US" sz="1100" dirty="0"/>
              <a:t>Shainith Varsha.CH – 25MVCSMR0080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2834640" y="3337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731520"/>
            <a:ext cx="3017520" cy="35661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822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8229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1143000"/>
            <a:ext cx="594360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143000"/>
            <a:ext cx="594360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143000"/>
            <a:ext cx="594360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1143000"/>
            <a:ext cx="594360" cy="4572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737360"/>
            <a:ext cx="594360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1737360"/>
            <a:ext cx="594360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737360"/>
            <a:ext cx="594360" cy="4572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9560" y="1737360"/>
            <a:ext cx="594360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2423160"/>
            <a:ext cx="2651760" cy="457200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 - - ROAD - - - -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3017520"/>
            <a:ext cx="594360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3017520"/>
            <a:ext cx="594360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017520"/>
            <a:ext cx="594360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0" y="3017520"/>
            <a:ext cx="594360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3611880"/>
            <a:ext cx="594360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611880"/>
            <a:ext cx="594360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3611880"/>
            <a:ext cx="594360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9560" y="3611880"/>
            <a:ext cx="594360" cy="4572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0" y="4434840"/>
            <a:ext cx="128016" cy="128016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33872" y="44074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46520" y="4434840"/>
            <a:ext cx="128016" cy="128016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11112" y="44074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23760" y="4434840"/>
            <a:ext cx="128016" cy="128016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88352" y="44074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001000" y="4434840"/>
            <a:ext cx="128016" cy="12801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65592" y="44074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8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9352B2-C069-045B-D389-B76D594FC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"/>
            <a:ext cx="9034271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646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65176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2651760" cy="54864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4630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waste time searching for a free slot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slot may not suit the vehicle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vehicles need special handling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914400"/>
            <a:ext cx="265176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914400"/>
            <a:ext cx="2651760" cy="54864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01568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14630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 and fuel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are used inefficiently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allocation ignores available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914400"/>
            <a:ext cx="265176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914400"/>
            <a:ext cx="2651760" cy="54864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faced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14630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slot using distance, type and priority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selection as slots increase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UI and database in sync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vehicle movement visually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automatically find the best available parking slot for every incoming vehicle.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646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4023360" cy="278892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280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just pick the nearest slot. Filter by vehicle type, consider priority and distance, then select the best one with algorithms.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4231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is algorithm-driven, not manual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algorithm has its own clear role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prototype, not only a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023360" cy="278892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32588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entry and exit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slots with live status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slot allocation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vehicle movement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and parking history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+ SQLite storage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0166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2651760" cy="41148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selects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64408" y="4160520"/>
            <a:ext cx="2651760" cy="4114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64408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ranks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71616" y="4160520"/>
            <a:ext cx="2651760" cy="4114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71616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looks up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646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280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number, type, priority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87752" y="914400"/>
            <a:ext cx="1828800" cy="3657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87752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87752" y="1280160"/>
            <a:ext cx="18288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79192" y="1280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available, compatible slots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18304" y="914400"/>
            <a:ext cx="1828800" cy="36576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18304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18304" y="1280160"/>
            <a:ext cx="18288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9744" y="1280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Queue, Greedy, Binary Search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47104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48856" y="914400"/>
            <a:ext cx="1828800" cy="3657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48856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48856" y="1280160"/>
            <a:ext cx="18288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0296" y="1280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slot, e.g. A3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2560320"/>
            <a:ext cx="1463040" cy="6400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2560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Vehicle arrives at entrance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901952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148840" y="2560320"/>
            <a:ext cx="1463040" cy="6400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48840" y="2560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Enters vehicle details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593592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0480" y="2560320"/>
            <a:ext cx="1463040" cy="64008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40480" y="2560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System selects best slot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285232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32120" y="2560320"/>
            <a:ext cx="1463040" cy="6400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32120" y="2560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Vehicle moves and parks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976872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23760" y="2560320"/>
            <a:ext cx="1463040" cy="6400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23760" y="2560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On exit, slot is freed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TS09 AB 1234 (Car, Normal)  →  slots checked  →  queue ranked  →  Slot A3 (10 m) selected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Algorithms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646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53619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chose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 (heap)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candidate slots ranked by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insert / remove, O(1) view 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the best available choice quickly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lookup in sorted slot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944368"/>
            <a:ext cx="2651760" cy="3657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HTML, CSS, JS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4408" y="2944368"/>
            <a:ext cx="2651760" cy="3657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64408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Python, Flask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71616" y="2944368"/>
            <a:ext cx="2651760" cy="3657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71616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474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of each algorithm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767328"/>
            <a:ext cx="265176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candidate slots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64408" y="3767328"/>
            <a:ext cx="265176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74136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best slot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71616" y="3767328"/>
            <a:ext cx="265176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81344" y="3840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sorted data; does not allocate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Impact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646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45720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572000" cy="2286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987552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9875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987552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7360" y="9509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1143000"/>
            <a:ext cx="4572000" cy="2286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1430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  |   Entry   Dashboard   History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" y="148132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148132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80744" y="148132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80744" y="148132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67128" y="1481328"/>
            <a:ext cx="713232" cy="4572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67128" y="148132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53512" y="148132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53512" y="148132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39896" y="1481328"/>
            <a:ext cx="713232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39896" y="148132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2029968"/>
            <a:ext cx="713232" cy="4572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02996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80744" y="202996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80744" y="202996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67128" y="2029968"/>
            <a:ext cx="713232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67128" y="202996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53512" y="202996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53512" y="202996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39896" y="202996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39896" y="202996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2578608"/>
            <a:ext cx="713232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257860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80744" y="257860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380744" y="257860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67128" y="2578608"/>
            <a:ext cx="713232" cy="4572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167128" y="257860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53512" y="257860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953512" y="257860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39896" y="2578608"/>
            <a:ext cx="713232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739896" y="257860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" y="312724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4360" y="312724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80744" y="3127248"/>
            <a:ext cx="713232" cy="4572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380744" y="312724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67128" y="312724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167128" y="312724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53512" y="3127248"/>
            <a:ext cx="713232" cy="457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953512" y="312724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739896" y="3127248"/>
            <a:ext cx="713232" cy="4572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739896" y="312724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3840480"/>
            <a:ext cx="457200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66928" y="389534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TS09 AB 1234 (Car, Normal) → Slot A3 (10 m)   |   A3: AVAILABLE → OCCUPIED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303520" y="914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5303520" y="120700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allocated automatically on entry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stored in SQLite and shown live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and binary search are O(log n)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5303520" y="2606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benefits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303520" y="2898648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slot selection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Priority-aware allocation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of DAA concepts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8646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65176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2651760" cy="54864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051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achievement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3716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web prototype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Greedy, Priority Queue, Binary Search implemented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Entry, parking and exit simulation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914400"/>
            <a:ext cx="265176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914400"/>
            <a:ext cx="2651760" cy="54864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01568" y="1051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13716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lots or floors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reservation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sensor data for live status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interface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914400"/>
            <a:ext cx="265176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914400"/>
            <a:ext cx="2651760" cy="54864"/>
          </a:xfrm>
          <a:prstGeom prst="rect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1051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13716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and binary search stay O(log n) as slots grow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can move to a larger server database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shows how DAA algorithms can solve a real parking problem in a working application.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629</Words>
  <Application>Microsoft Office PowerPoint</Application>
  <PresentationFormat>On-screen Show (16:9)</PresentationFormat>
  <Paragraphs>161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SmartPark</dc:title>
  <dc:subject>PptxGenJS Presentation</dc:subject>
  <dc:creator>PptxGenJS</dc:creator>
  <cp:lastModifiedBy>rakshithagantaji@outlook.com</cp:lastModifiedBy>
  <cp:revision>4</cp:revision>
  <dcterms:created xsi:type="dcterms:W3CDTF">2026-10-03T05:55:34Z</dcterms:created>
  <dcterms:modified xsi:type="dcterms:W3CDTF">2026-10-03T09:10:15Z</dcterms:modified>
</cp:coreProperties>
</file>